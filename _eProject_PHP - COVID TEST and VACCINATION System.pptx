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0" r:id="rId11"/>
    <p:sldId id="265" r:id="rId12"/>
    <p:sldId id="279" r:id="rId13"/>
    <p:sldId id="266" r:id="rId14"/>
    <p:sldId id="267" r:id="rId15"/>
    <p:sldId id="283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81" r:id="rId24"/>
    <p:sldId id="275" r:id="rId25"/>
    <p:sldId id="282" r:id="rId26"/>
    <p:sldId id="276" r:id="rId27"/>
    <p:sldId id="277" r:id="rId28"/>
    <p:sldId id="278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31E47E-6499-4FEC-9250-614C47139D49}" v="109" dt="2026-07-10T07:17:21.4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72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Calibri"/>
              </a:defRPr>
            </a:pPr>
            <a:r>
              <a:t>CovidCare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C7D2FE"/>
                </a:solidFill>
                <a:latin typeface="Calibri"/>
              </a:defRPr>
            </a:pPr>
            <a:r>
              <a:t>Vaccination Management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18288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374903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5B4FC"/>
                </a:solidFill>
                <a:latin typeface="Calibri"/>
              </a:defRPr>
            </a:pPr>
            <a:r>
              <a:t>eProject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7D2FE"/>
                </a:solidFill>
                <a:latin typeface="Calibri"/>
              </a:defRPr>
            </a:pPr>
            <a:r>
              <a:t>June 2026 - July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7D2FE"/>
                </a:solidFill>
                <a:latin typeface="Calibri"/>
              </a:defRPr>
            </a:pPr>
            <a:r>
              <a:t>Developed by Team CovidCare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Team Members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10058400" cy="8229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73152" cy="8229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Calibri"/>
              </a:defRPr>
            </a:pPr>
            <a:r>
              <a:t>Muhammad Owais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  <a:latin typeface="Calibri"/>
              </a:defRPr>
            </a:pPr>
            <a:r>
              <a:t>Lead Developer &amp; Architect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554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46E5"/>
                </a:solidFill>
                <a:latin typeface="Calibri"/>
              </a:defRPr>
            </a:pPr>
            <a:r>
              <a:t>(Super Admin)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423160"/>
            <a:ext cx="10058400" cy="8229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4400" y="2423160"/>
            <a:ext cx="73152" cy="8229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1600" y="2514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Calibri"/>
              </a:defRPr>
            </a:pPr>
            <a:r>
              <a:t>Muhammad Hammad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514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  <a:latin typeface="Calibri"/>
              </a:defRPr>
            </a:pPr>
            <a:r>
              <a:t>Full Stack Developer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383280"/>
            <a:ext cx="10058400" cy="8229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14400" y="3383280"/>
            <a:ext cx="73152" cy="8229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7160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Calibri"/>
              </a:defRPr>
            </a:pPr>
            <a:r>
              <a:t>Muhammad Hunain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474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  <a:latin typeface="Calibri"/>
              </a:defRPr>
            </a:pPr>
            <a:r>
              <a:t>Frontend Developer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343400"/>
            <a:ext cx="10058400" cy="8229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4400" y="4343400"/>
            <a:ext cx="73152" cy="8229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71600" y="4434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Calibri"/>
              </a:defRPr>
            </a:pPr>
            <a:r>
              <a:t>Muhammad Hamayl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434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  <a:latin typeface="Calibri"/>
              </a:defRPr>
            </a:pPr>
            <a:r>
              <a:t>Backend Developer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5303520"/>
            <a:ext cx="10058400" cy="8229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4400" y="5303520"/>
            <a:ext cx="73152" cy="8229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Project Synopsis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CovidCare is a web-based Vaccination Management System built with Laravel PHP framework.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It serves three distinct user roles: Patients, Hospitals, and Administrators.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Patients can register, search for hospitals, book test/vaccination appointments, and track their records.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Hospitals can manage appointment requests, update test results, and record vaccination status.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Administrators oversee the entire system - verifying hospitals, managing vaccine inventory, and generating reports.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The system features role-based authentication, real-time notifications, and a responsive UI.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Tech Stack: Laravel 11, PHP 8.x, MySQL, Tailwind CSS, Alpine.js, Vite, Bootstrap 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Analysis -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46E5"/>
                </a:solidFill>
                <a:latin typeface="Calibri"/>
              </a:defRPr>
            </a:pPr>
            <a:r>
              <a:t>Functional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Multi-role user authentication (Patient, Hospital, Admin)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Patient registration &amp; profile management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Hospital registration with admin approval workflow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Hospital search by name/location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Appointment booking (Test / Vaccination)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Test result update by hospitals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Vaccination status tracking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Admin dashboard with statistics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Vaccine inventory management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Report generation &amp; Excel export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Notification system for all roles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46E5"/>
                </a:solidFill>
                <a:latin typeface="Calibri"/>
              </a:defRPr>
            </a:pPr>
            <a:r>
              <a:t>Non-Functional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Responsive design for mobile &amp; desktop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Secure password hashing (bcrypt)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Role-based access control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CSRF &amp; XSS protection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Database indexing for performance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Session management with guards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Queue support for notifications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SQLite in-memory testing support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Presentation Layer: Blade Templates + Tailwind CSS + Alpine.js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  - Responsive views for each role (Patient, Hospital, Admin)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  - Landing page with theme customization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Application Layer: Laravel MVC Framework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  - Routes: 37 named routes across 3 role prefixes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  - Controllers: 6 main controllers (3 Auth + 3 Feature)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  - Middleware: auth guards for role-based access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Data Layer: Eloquent ORM + MySQL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  - 5 Models: User, Hospital, Vaccine, Appointment, Notification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  - 8 Migration files defining the complete schema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  - 2 Auth guards: web (patients/admins), hospital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Infrastructure: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  - Vite for asset bundling &amp; hot reload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  - Queue system for async notifications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  - Session-based authentication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Database Design - Entity Relationship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29184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81328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5623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59C69"/>
                </a:solidFill>
                <a:latin typeface="Calibri"/>
              </a:defRPr>
            </a:pPr>
            <a:r>
              <a:t>id (PK)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48840"/>
            <a:ext cx="3291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1762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name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468880"/>
            <a:ext cx="329184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4963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email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788919"/>
            <a:ext cx="3291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81635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password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108959"/>
            <a:ext cx="329184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13639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role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429000"/>
            <a:ext cx="3291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45643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phone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749039"/>
            <a:ext cx="329184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77647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address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069079"/>
            <a:ext cx="3291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09651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location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1463040"/>
            <a:ext cx="3291840" cy="365760"/>
          </a:xfrm>
          <a:prstGeom prst="rect">
            <a:avLst/>
          </a:prstGeom>
          <a:solidFill>
            <a:srgbClr val="059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89120" y="1481328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hospitals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1828800"/>
            <a:ext cx="329184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26280" y="185623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59C69"/>
                </a:solidFill>
                <a:latin typeface="Calibri"/>
              </a:defRPr>
            </a:pPr>
            <a:r>
              <a:t>id (PK)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2148840"/>
            <a:ext cx="3291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26280" y="21762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hospital_name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2468880"/>
            <a:ext cx="329184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26280" y="24963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email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20" y="2788919"/>
            <a:ext cx="3291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26280" y="281635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password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3108959"/>
            <a:ext cx="329184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26280" y="313639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address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3429000"/>
            <a:ext cx="3291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26280" y="345643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location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89120" y="3749039"/>
            <a:ext cx="329184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26280" y="377647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1463040"/>
            <a:ext cx="3291840" cy="3657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46720" y="1481328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vaccines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46720" y="1828800"/>
            <a:ext cx="329184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183880" y="185623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59C69"/>
                </a:solidFill>
                <a:latin typeface="Calibri"/>
              </a:defRPr>
            </a:pPr>
            <a:r>
              <a:t>id (PK)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46720" y="2148840"/>
            <a:ext cx="3291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183880" y="21762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vaccine_name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46720" y="2468880"/>
            <a:ext cx="329184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183880" y="24963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74720" y="4114800"/>
            <a:ext cx="3291840" cy="36576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474720" y="4133088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appointments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74720" y="4480560"/>
            <a:ext cx="329184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611880" y="450799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59C69"/>
                </a:solidFill>
                <a:latin typeface="Calibri"/>
              </a:defRPr>
            </a:pPr>
            <a:r>
              <a:t>id (PK)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74720" y="4800600"/>
            <a:ext cx="3291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611880" y="482803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97706"/>
                </a:solidFill>
                <a:latin typeface="Calibri"/>
              </a:defRPr>
            </a:pPr>
            <a:r>
              <a:t>patient_id (FK)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74720" y="5120640"/>
            <a:ext cx="329184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611880" y="51480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97706"/>
                </a:solidFill>
                <a:latin typeface="Calibri"/>
              </a:defRPr>
            </a:pPr>
            <a:r>
              <a:t>hospital_id (FK)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474720" y="5440679"/>
            <a:ext cx="3291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611880" y="546811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type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474720" y="5760719"/>
            <a:ext cx="329184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611880" y="578815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appointment_date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474720" y="6080760"/>
            <a:ext cx="3291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611880" y="610819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474720" y="6400799"/>
            <a:ext cx="329184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611880" y="642823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test_result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474720" y="6720839"/>
            <a:ext cx="3291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611880" y="674827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vaccination_status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1520" y="4114800"/>
            <a:ext cx="3291840" cy="36576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31520" y="4133088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notifications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31520" y="4480560"/>
            <a:ext cx="329184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68680" y="450799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59C69"/>
                </a:solidFill>
                <a:latin typeface="Calibri"/>
              </a:defRPr>
            </a:pPr>
            <a:r>
              <a:t>id (PK)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4800600"/>
            <a:ext cx="3291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68680" y="482803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notifiable_type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31520" y="5120640"/>
            <a:ext cx="329184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68680" y="51480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notifiable_id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31520" y="5440679"/>
            <a:ext cx="3291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68680" y="546811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type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31520" y="5760719"/>
            <a:ext cx="329184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68680" y="578815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title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31520" y="6080760"/>
            <a:ext cx="3291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68680" y="610819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message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31520" y="6400799"/>
            <a:ext cx="329184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68680" y="642823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link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31520" y="6720839"/>
            <a:ext cx="3291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68680" y="674827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is_read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377440" y="3840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7280"/>
                </a:solidFill>
                <a:latin typeface="Calibri"/>
              </a:defRPr>
            </a:pPr>
            <a:r>
              <a:t>1 ---&lt; *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217920" y="3840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7280"/>
                </a:solidFill>
                <a:latin typeface="Calibri"/>
              </a:defRPr>
            </a:pPr>
            <a:r>
              <a:t>* &gt;--- 1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Database Relationships &amp; Schema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users (1) ----&lt; appointments &gt;---- (1) hospitals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  - appointments.patient_id -&gt; users.id (CASCADE on delete)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  - appointments.hospital_id -&gt; hospitals.id (CASCADE on delete)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notifications (Polymorphic Relationship)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  - notifiable_type = "App\Models\User" -&gt; users table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  - notifiable_type = "App\Models\Hospital" -&gt; hospitals table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Key Design Decisions: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  - Single users table with "role" column for patient/admin distinction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  - Separate hospitals table (not in users) due to different auth guard &amp; fields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  - Polymorphic notifications to support both User and Hospital recipients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  - Appointments as central transactional hub connecting patients &amp; hospitals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  - Vaccines as standalone table for inventory management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Data Flow Diagram - Level 0 (Context Diagram)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1828800" cy="914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Patient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1371600"/>
            <a:ext cx="1828800" cy="914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0" y="1554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Hospital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0" y="4572000"/>
            <a:ext cx="1828800" cy="914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0" y="47548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Admin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2286000"/>
            <a:ext cx="4114800" cy="2286000"/>
          </a:xfrm>
          <a:prstGeom prst="rect">
            <a:avLst/>
          </a:prstGeom>
          <a:solidFill>
            <a:srgbClr val="F3F4F6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0" y="274320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F46E5"/>
                </a:solidFill>
                <a:latin typeface="Calibri"/>
              </a:defRPr>
            </a:pPr>
            <a:r>
              <a:t>CovidCare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38328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F2937"/>
                </a:solidFill>
                <a:latin typeface="Calibri"/>
              </a:defRPr>
            </a:pPr>
            <a:r>
              <a:t>Registration</a:t>
            </a:r>
            <a:br/>
            <a:r>
              <a:t>Appointment Booking</a:t>
            </a:r>
            <a:br/>
            <a:r>
              <a:t>Results &amp; Reports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0175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Registers, Books,</a:t>
            </a:r>
            <a:br/>
            <a:r>
              <a:t>Views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5544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Manages Requests,</a:t>
            </a:r>
            <a:br/>
            <a:r>
              <a:t>Updates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8463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Verifies, Manages</a:t>
            </a:r>
            <a:br/>
            <a:r>
              <a:t>Vaccines, Reports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External entities interact with the system through their respective auth guards and feature controllers.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Use Case Diagram - Actors &amp;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6858" y="1463040"/>
            <a:ext cx="10747827" cy="60324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 sz="1400"/>
              <a:t>Patient (Actor):</a:t>
            </a:r>
            <a:endParaRPr lang="en-US" sz="1400"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 sz="1400"/>
              <a:t>  - Register Account</a:t>
            </a:r>
            <a:endParaRPr sz="1400" dirty="0"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 sz="1400"/>
              <a:t>  - Login / Logout</a:t>
            </a:r>
            <a:endParaRPr sz="1400" dirty="0"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 sz="1400"/>
              <a:t>  - Search Hospitals by name/location</a:t>
            </a:r>
            <a:endParaRPr sz="1400" dirty="0"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 sz="1400"/>
              <a:t>  - Book Appointments (Test / Vaccination)</a:t>
            </a:r>
            <a:endParaRPr sz="1400" dirty="0"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 sz="1400"/>
              <a:t>  - View Appointment History</a:t>
            </a:r>
            <a:endParaRPr sz="1400" dirty="0"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 sz="1400"/>
              <a:t>  - Manage Profile (update/delete account)</a:t>
            </a:r>
            <a:endParaRPr sz="1400" dirty="0"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 sz="1400"/>
              <a:t>  - Receive Notifications</a:t>
            </a:r>
            <a:endParaRPr sz="1400" dirty="0"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endParaRPr sz="1400" dirty="0"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 sz="1400"/>
              <a:t>Hospital (Actor):</a:t>
            </a:r>
            <a:endParaRPr sz="1400" dirty="0"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 sz="1400"/>
              <a:t>  - Register Account (status: pending)</a:t>
            </a:r>
            <a:endParaRPr sz="1400" dirty="0"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 sz="1400"/>
              <a:t>  - Login / Logout (only when approved)</a:t>
            </a:r>
            <a:endParaRPr sz="1400" dirty="0"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 sz="1400"/>
              <a:t>  - View Appointment Requests</a:t>
            </a:r>
            <a:endParaRPr sz="1400" dirty="0"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 sz="1400"/>
              <a:t>  - Approve / Reject Appointments</a:t>
            </a:r>
            <a:endParaRPr sz="1400" dirty="0"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 sz="1400"/>
              <a:t>  - Update Test Results (Negative/Positive)</a:t>
            </a:r>
            <a:endParaRPr sz="1400" dirty="0"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 sz="1400"/>
              <a:t>  - Update Vaccination Status</a:t>
            </a:r>
            <a:endParaRPr sz="1400" dirty="0"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 sz="1400"/>
              <a:t>  - Receive Notifications</a:t>
            </a:r>
            <a:endParaRPr sz="1400"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007AD0-4144-F607-7931-33D324717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A15ABB-D7D0-40DA-2DD2-C87A56093194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38227E-4423-2FEF-D257-4406F2B3EE44}"/>
              </a:ext>
            </a:extLst>
          </p:cNvPr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Use Case Diagram - Actors &amp; Features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5AC667-E8FD-6B73-1213-C3FCFB0B7B84}"/>
              </a:ext>
            </a:extLst>
          </p:cNvPr>
          <p:cNvSpPr txBox="1"/>
          <p:nvPr/>
        </p:nvSpPr>
        <p:spPr>
          <a:xfrm>
            <a:off x="914400" y="1463040"/>
            <a:ext cx="10058400" cy="312906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endParaRPr lang="en-US" sz="1600" dirty="0"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endParaRPr sz="1600" dirty="0"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 sz="1600"/>
              <a:t>Admin (Actor):</a:t>
            </a:r>
            <a:endParaRPr sz="1600"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 sz="1600"/>
              <a:t>  - Login / Logout</a:t>
            </a:r>
            <a:endParaRPr sz="1600"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 sz="1600"/>
              <a:t>  - View Dashboard with system stats</a:t>
            </a:r>
            <a:endParaRPr sz="1600"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 sz="1600"/>
              <a:t>  - Verify / Approve / Reject Hospitals</a:t>
            </a:r>
            <a:endParaRPr sz="1600"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 sz="1600"/>
              <a:t>  - Manage Vaccines (add, toggle availability)</a:t>
            </a:r>
            <a:endParaRPr sz="1600"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 sz="1600"/>
              <a:t>  - View All Appointments Reports</a:t>
            </a:r>
            <a:endParaRPr sz="1600"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 sz="1600"/>
              <a:t>  - Export Data to Excel</a:t>
            </a:r>
            <a:endParaRPr sz="16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720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Application Flow - Patient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4107542" y="1463040"/>
            <a:ext cx="18600056" cy="444224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>
                <a:latin typeface="Arial"/>
                <a:cs typeface="Arial"/>
              </a:rPr>
              <a:t>Step 1: Register / Login</a:t>
            </a:r>
            <a:endParaRPr lang="en-US">
              <a:latin typeface="Arial"/>
              <a:cs typeface="Arial"/>
            </a:endParaRPr>
          </a:p>
          <a:p>
            <a:pPr algn="ctr"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>
                <a:latin typeface="Arial"/>
                <a:cs typeface="Arial"/>
              </a:rPr>
              <a:t>  - New users register with name, email, password, phone, address</a:t>
            </a:r>
            <a:endParaRPr>
              <a:latin typeface="Arial"/>
              <a:ea typeface="Calibri"/>
              <a:cs typeface="Arial"/>
            </a:endParaRPr>
          </a:p>
          <a:p>
            <a:pPr algn="ctr"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 dirty="0">
                <a:latin typeface="Arial"/>
                <a:cs typeface="Arial"/>
              </a:rPr>
              <a:t>  - Existing </a:t>
            </a:r>
            <a:r>
              <a:rPr dirty="0" err="1">
                <a:latin typeface="Arial"/>
                <a:cs typeface="Arial"/>
              </a:rPr>
              <a:t>users</a:t>
            </a:r>
            <a:r>
              <a:rPr dirty="0">
                <a:latin typeface="Arial"/>
                <a:cs typeface="Arial"/>
              </a:rPr>
              <a:t> login with email + password (web guard, role=patient)</a:t>
            </a:r>
            <a:endParaRPr dirty="0">
              <a:latin typeface="Arial"/>
              <a:ea typeface="Calibri"/>
              <a:cs typeface="Arial"/>
            </a:endParaRPr>
          </a:p>
          <a:p>
            <a:pPr algn="ctr"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endParaRPr dirty="0">
              <a:latin typeface="Arial"/>
              <a:ea typeface="Calibri"/>
              <a:cs typeface="Arial"/>
            </a:endParaRPr>
          </a:p>
          <a:p>
            <a:pPr algn="ctr"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>
                <a:latin typeface="Arial"/>
                <a:cs typeface="Arial"/>
              </a:rPr>
              <a:t>Step 2: Search for Hospitals</a:t>
            </a:r>
            <a:endParaRPr>
              <a:latin typeface="Arial"/>
              <a:ea typeface="Calibri"/>
              <a:cs typeface="Arial"/>
            </a:endParaRPr>
          </a:p>
          <a:p>
            <a:pPr algn="ctr"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>
                <a:latin typeface="Arial"/>
                <a:cs typeface="Arial"/>
              </a:rPr>
              <a:t>  - Navigate to Search page</a:t>
            </a:r>
            <a:endParaRPr>
              <a:latin typeface="Arial"/>
              <a:ea typeface="Calibri"/>
              <a:cs typeface="Arial"/>
            </a:endParaRPr>
          </a:p>
          <a:p>
            <a:pPr algn="ctr"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>
                <a:latin typeface="Arial"/>
                <a:cs typeface="Arial"/>
              </a:rPr>
              <a:t>  - Search by hospital name or location</a:t>
            </a:r>
            <a:endParaRPr>
              <a:latin typeface="Arial"/>
              <a:ea typeface="Calibri"/>
              <a:cs typeface="Arial"/>
            </a:endParaRPr>
          </a:p>
          <a:p>
            <a:pPr algn="ctr"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>
                <a:latin typeface="Arial"/>
                <a:cs typeface="Arial"/>
              </a:rPr>
              <a:t>  - System returns list of approved hospitals</a:t>
            </a:r>
            <a:endParaRPr>
              <a:latin typeface="Arial"/>
              <a:ea typeface="Calibri"/>
              <a:cs typeface="Arial"/>
            </a:endParaRPr>
          </a:p>
          <a:p>
            <a:pPr algn="ctr"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endParaRPr dirty="0">
              <a:latin typeface="Arial"/>
              <a:ea typeface="Calibri"/>
              <a:cs typeface="Arial"/>
            </a:endParaRPr>
          </a:p>
          <a:p>
            <a:pPr algn="ctr"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>
                <a:latin typeface="Arial"/>
                <a:cs typeface="Arial"/>
              </a:rPr>
              <a:t>Step 3: Book Appointment</a:t>
            </a:r>
            <a:endParaRPr>
              <a:latin typeface="Arial"/>
              <a:ea typeface="Calibri"/>
              <a:cs typeface="Arial"/>
            </a:endParaRPr>
          </a:p>
          <a:p>
            <a:pPr algn="ctr"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>
                <a:latin typeface="Arial"/>
                <a:cs typeface="Arial"/>
              </a:rPr>
              <a:t>  - Select a hospital from search results</a:t>
            </a:r>
            <a:endParaRPr>
              <a:latin typeface="Arial"/>
              <a:ea typeface="Calibri"/>
              <a:cs typeface="Arial"/>
            </a:endParaRPr>
          </a:p>
          <a:p>
            <a:pPr algn="ctr"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>
                <a:latin typeface="Arial"/>
                <a:cs typeface="Arial"/>
              </a:rPr>
              <a:t>  - Choose appointment type: COVID Test or Vaccination</a:t>
            </a:r>
            <a:endParaRPr>
              <a:latin typeface="Arial"/>
              <a:ea typeface="Calibri"/>
              <a:cs typeface="Arial"/>
            </a:endParaRPr>
          </a:p>
          <a:p>
            <a:pPr algn="ctr"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>
                <a:latin typeface="Arial"/>
                <a:cs typeface="Arial"/>
              </a:rPr>
              <a:t>  - Pick a date and submit</a:t>
            </a:r>
            <a:endParaRPr>
              <a:latin typeface="Arial"/>
              <a:ea typeface="Calibri"/>
              <a:cs typeface="Arial"/>
            </a:endParaRPr>
          </a:p>
          <a:p>
            <a:pPr algn="ctr"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>
                <a:latin typeface="Arial"/>
                <a:cs typeface="Arial"/>
              </a:rPr>
              <a:t>  - Hospital receives notification of new booking</a:t>
            </a:r>
            <a:endParaRPr>
              <a:latin typeface="Arial"/>
              <a:ea typeface="Calibri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3224FE-0F4A-5843-376F-191FC6B4E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404806-3576-6595-0AF3-46508039174E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953BCA-9162-24C3-DD2B-6820948E07E7}"/>
              </a:ext>
            </a:extLst>
          </p:cNvPr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Application Flow - Patient Module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BB65F1-C83D-D9C3-731A-89CF13A85C77}"/>
              </a:ext>
            </a:extLst>
          </p:cNvPr>
          <p:cNvSpPr txBox="1"/>
          <p:nvPr/>
        </p:nvSpPr>
        <p:spPr>
          <a:xfrm>
            <a:off x="-4107542" y="1463040"/>
            <a:ext cx="18600056" cy="348813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endParaRPr lang="en-US" dirty="0">
              <a:solidFill>
                <a:srgbClr val="000000"/>
              </a:solidFill>
              <a:latin typeface="Arial"/>
              <a:ea typeface="Calibri"/>
              <a:cs typeface="Arial"/>
            </a:endParaRPr>
          </a:p>
          <a:p>
            <a:pPr algn="ctr"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 lang="en-US">
                <a:latin typeface="Arial"/>
                <a:ea typeface="Calibri"/>
                <a:cs typeface="Arial"/>
              </a:rPr>
              <a:t>Step 4: Track Appointments</a:t>
            </a:r>
            <a:endParaRPr lang="en-US">
              <a:solidFill>
                <a:srgbClr val="000000"/>
              </a:solidFill>
              <a:latin typeface="Arial"/>
              <a:ea typeface="Calibri"/>
              <a:cs typeface="Arial"/>
            </a:endParaRPr>
          </a:p>
          <a:p>
            <a:pPr algn="ctr"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 lang="en-US" dirty="0">
                <a:latin typeface="Arial"/>
                <a:ea typeface="Calibri"/>
                <a:cs typeface="Arial"/>
              </a:rPr>
              <a:t>- View all </a:t>
            </a:r>
            <a:r>
              <a:rPr lang="en-US" dirty="0" err="1">
                <a:latin typeface="Arial"/>
                <a:ea typeface="Calibri"/>
                <a:cs typeface="Arial"/>
              </a:rPr>
              <a:t>appointments on Appointments</a:t>
            </a:r>
            <a:r>
              <a:rPr lang="en-US" dirty="0">
                <a:latin typeface="Arial"/>
                <a:ea typeface="Calibri"/>
                <a:cs typeface="Arial"/>
              </a:rPr>
              <a:t> page</a:t>
            </a:r>
            <a:endParaRPr lang="en-US" dirty="0">
              <a:solidFill>
                <a:srgbClr val="000000"/>
              </a:solidFill>
              <a:latin typeface="Arial"/>
              <a:ea typeface="Calibri"/>
              <a:cs typeface="Arial"/>
            </a:endParaRPr>
          </a:p>
          <a:p>
            <a:pPr algn="ctr"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 lang="en-US">
                <a:latin typeface="Arial"/>
                <a:ea typeface="Calibri"/>
                <a:cs typeface="Arial"/>
              </a:rPr>
              <a:t>- See status: Pending / Approved / Rejected</a:t>
            </a:r>
            <a:endParaRPr lang="en-US">
              <a:solidFill>
                <a:srgbClr val="000000"/>
              </a:solidFill>
              <a:latin typeface="Arial"/>
              <a:ea typeface="Calibri"/>
              <a:cs typeface="Arial"/>
            </a:endParaRPr>
          </a:p>
          <a:p>
            <a:pPr algn="ctr"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 lang="en-US">
                <a:latin typeface="Arial"/>
                <a:ea typeface="Calibri"/>
                <a:cs typeface="Arial"/>
              </a:rPr>
              <a:t>- View test results and vaccination status</a:t>
            </a:r>
            <a:endParaRPr lang="en-US">
              <a:solidFill>
                <a:srgbClr val="000000"/>
              </a:solidFill>
              <a:latin typeface="Arial"/>
              <a:ea typeface="Calibri"/>
              <a:cs typeface="Arial"/>
            </a:endParaRPr>
          </a:p>
          <a:p>
            <a:pPr algn="ctr"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 lang="en-US">
                <a:latin typeface="Arial"/>
                <a:ea typeface="Calibri"/>
                <a:cs typeface="Arial"/>
              </a:rPr>
              <a:t>- Receive real-time notifications on status changes</a:t>
            </a:r>
            <a:endParaRPr lang="en-US">
              <a:solidFill>
                <a:srgbClr val="000000"/>
              </a:solidFill>
              <a:latin typeface="Arial"/>
              <a:ea typeface="Calibri"/>
              <a:cs typeface="Arial"/>
            </a:endParaRPr>
          </a:p>
          <a:p>
            <a:pPr algn="ctr"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endParaRPr lang="en-US" dirty="0">
              <a:solidFill>
                <a:srgbClr val="000000"/>
              </a:solidFill>
              <a:latin typeface="Arial"/>
              <a:ea typeface="Calibri"/>
              <a:cs typeface="Arial"/>
            </a:endParaRPr>
          </a:p>
          <a:p>
            <a:pPr algn="ctr"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 lang="en-US">
                <a:latin typeface="Arial"/>
                <a:ea typeface="Calibri"/>
                <a:cs typeface="Arial"/>
              </a:rPr>
              <a:t>Step 5: Manage Profile</a:t>
            </a:r>
            <a:endParaRPr lang="en-US">
              <a:solidFill>
                <a:srgbClr val="000000"/>
              </a:solidFill>
              <a:latin typeface="Arial"/>
              <a:ea typeface="Calibri"/>
              <a:cs typeface="Arial"/>
            </a:endParaRPr>
          </a:p>
          <a:p>
            <a:pPr algn="ctr"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 lang="en-US">
                <a:latin typeface="Arial"/>
                <a:ea typeface="Calibri"/>
                <a:cs typeface="Arial"/>
              </a:rPr>
              <a:t>- Update personal information (name, phone, address, location)</a:t>
            </a:r>
            <a:endParaRPr lang="en-US">
              <a:solidFill>
                <a:srgbClr val="000000"/>
              </a:solidFill>
              <a:latin typeface="Arial"/>
              <a:ea typeface="Calibri"/>
              <a:cs typeface="Arial"/>
            </a:endParaRPr>
          </a:p>
          <a:p>
            <a:pPr algn="ctr"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 lang="en-US">
                <a:latin typeface="Arial"/>
                <a:ea typeface="Calibri"/>
                <a:cs typeface="Arial"/>
              </a:rPr>
              <a:t>- Delete account if needed</a:t>
            </a:r>
            <a:endParaRPr lang="en-US">
              <a:solidFill>
                <a:srgbClr val="000000"/>
              </a:solidFill>
              <a:latin typeface="Arial"/>
              <a:ea typeface="Calibri"/>
              <a:cs typeface="Arial"/>
            </a:endParaRPr>
          </a:p>
          <a:p>
            <a:pPr algn="ctr"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endParaRPr lang="en-US" dirty="0">
              <a:latin typeface="Arial"/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2496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Application Flow - Hospital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Step 1: Register Account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New hospitals register with name, email, password, address, location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Initial status: "pending" - awaiting admin approval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Admin receives notification of new registration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Step 2: Login (after approval)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Only approved hospitals can log in (checked in login controller)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Rejected hospitals cannot access the system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Step 3: Dashboard Overview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View total and pending appointment requests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See recent appointment activity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Step 4: Manage Appointment Requests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View all appointment requests on Requests page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Approve: patient is notified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Reject: patient is notified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Step 5: Update Medical Records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Update Test Result: Set as Negative or Positive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Update Vaccination Status: Mark as Vaccinated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Patient receives notifications for each update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Application Flow - Admin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348813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Step 1: Login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Admin logs in with email + password (web guard, role=admin)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Pre-seeded admin: admin@covid.com / admin123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Step 2: Dashboard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Overview of system statistics: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  - Total Patients registered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  - Total Hospitals (approved/pending/rejected)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  - Total Appointments booked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  - Pending approvals count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A79D8C-5661-CA7C-32DA-3CC58FBB3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B00366-FE21-21B1-955A-50FA0751DDA7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18CF91-CAA4-F28F-B014-CDD566BC393A}"/>
              </a:ext>
            </a:extLst>
          </p:cNvPr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Application Flow - Admin Module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386A2C-9249-0556-1784-32E1A0E2DD81}"/>
              </a:ext>
            </a:extLst>
          </p:cNvPr>
          <p:cNvSpPr txBox="1"/>
          <p:nvPr/>
        </p:nvSpPr>
        <p:spPr>
          <a:xfrm>
            <a:off x="914400" y="1463040"/>
            <a:ext cx="10058400" cy="539634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 lang="en-US">
                <a:ea typeface="Calibri"/>
                <a:cs typeface="Calibri"/>
              </a:rPr>
              <a:t>Step 3: Hospital Management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 lang="en-US">
                <a:ea typeface="Calibri"/>
                <a:cs typeface="Calibri"/>
              </a:rPr>
              <a:t>- View all registered hospitals with their status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 lang="en-US">
                <a:ea typeface="Calibri"/>
                <a:cs typeface="Calibri"/>
              </a:rPr>
              <a:t>- Approve hospital registrations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 lang="en-US">
                <a:ea typeface="Calibri"/>
                <a:cs typeface="Calibri"/>
              </a:rPr>
              <a:t>- Reject hospital registrations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 lang="en-US">
                <a:ea typeface="Calibri"/>
                <a:cs typeface="Calibri"/>
              </a:rPr>
              <a:t>- Hospitals are notified of their status changes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endParaRPr lang="en-US" dirty="0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 lang="en-US">
                <a:ea typeface="Calibri"/>
                <a:cs typeface="Calibri"/>
              </a:rPr>
              <a:t>Step 4: Vaccine Management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 lang="en-US">
                <a:ea typeface="Calibri"/>
                <a:cs typeface="Calibri"/>
              </a:rPr>
              <a:t>- View all vaccines in the system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 lang="en-US">
                <a:ea typeface="Calibri"/>
                <a:cs typeface="Calibri"/>
              </a:rPr>
              <a:t>- Add new vaccines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 lang="en-US">
                <a:ea typeface="Calibri"/>
                <a:cs typeface="Calibri"/>
              </a:rPr>
              <a:t>- Toggle vaccine status (Available / Unavailable)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 lang="en-US">
                <a:ea typeface="Calibri"/>
                <a:cs typeface="Calibri"/>
              </a:rPr>
              <a:t>- Approved hospitals notified when new vaccine added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endParaRPr lang="en-US" dirty="0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 lang="en-US">
                <a:ea typeface="Calibri"/>
                <a:cs typeface="Calibri"/>
              </a:rPr>
              <a:t>Step 5: Reports &amp; Export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 lang="en-US">
                <a:ea typeface="Calibri"/>
                <a:cs typeface="Calibri"/>
              </a:rPr>
              <a:t>- View comprehensive appointment reports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 lang="en-US">
                <a:ea typeface="Calibri"/>
                <a:cs typeface="Calibri"/>
              </a:rPr>
              <a:t>- See patient &amp; hospital details for each appointment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 lang="en-US" dirty="0">
                <a:ea typeface="Calibri"/>
                <a:cs typeface="Calibri"/>
              </a:rPr>
              <a:t>- Export all data as Excel (.</a:t>
            </a:r>
            <a:r>
              <a:rPr lang="en-US" dirty="0" err="1">
                <a:ea typeface="Calibri"/>
                <a:cs typeface="Calibri"/>
              </a:rPr>
              <a:t>xls</a:t>
            </a:r>
            <a:r>
              <a:rPr lang="en-US" dirty="0">
                <a:ea typeface="Calibri"/>
                <a:cs typeface="Calibri"/>
              </a:rPr>
              <a:t>) file</a:t>
            </a:r>
            <a:endParaRPr lang="en-US" dirty="0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6336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Developer Guide - Controller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46E5"/>
                </a:solidFill>
                <a:latin typeface="Calibri"/>
              </a:defRPr>
            </a:pPr>
            <a:r>
              <a:t>Auth Controllers: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PatientAuthController: login, register, logout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HospitalAuthController: login (checks status), register, logout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AdminAuthController: login, logout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46E5"/>
                </a:solidFill>
                <a:latin typeface="Calibri"/>
              </a:defRPr>
            </a:pPr>
            <a:r>
              <a:t>Feature Controllers: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PatientController: dashboard, search, book, appointments, profile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HospitalController: dashboard, requests, approve, reject, test-result, vaccination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AdminController: dashboard, hospitals, vaccines, reports, export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46E5"/>
                </a:solidFill>
                <a:latin typeface="Calibri"/>
              </a:defRPr>
            </a:pPr>
            <a:r>
              <a:t>Middleware Guards: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auth:web -&gt; Protects patient &amp; admin routes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auth:hospital -&gt; Protects hospital routes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guest -&gt; Login/Register pages (redirect if authenticated)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46E5"/>
                </a:solidFill>
                <a:latin typeface="Calibri"/>
              </a:defRPr>
            </a:pPr>
            <a:r>
              <a:t>Route Structure: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297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patient.* -&gt; /patient/* (13 routes)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hospital.* -&gt; /hospital/* (9 routes)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admin.* -&gt; /admin/* (11 routes)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Welcome route -&gt; / (landing page)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Developer Guide - Key Code Snippets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46E5"/>
                </a:solidFill>
                <a:latin typeface="Calibri"/>
              </a:defRPr>
            </a:pPr>
            <a:r>
              <a:t>Hospital Login Controller (status check):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Consolas"/>
              </a:defRPr>
            </a:pPr>
            <a:r>
              <a:t>public function login(Request $request)</a:t>
            </a:r>
            <a:br/>
            <a:r>
              <a:t>{</a:t>
            </a:r>
            <a:br/>
            <a:r>
              <a:t>    $hospital = Hospital::where('email', $request-&gt;email)-&gt;first();</a:t>
            </a:r>
            <a:br/>
            <a:r>
              <a:t>    if ($hospital &amp;&amp; $hospital-&gt;status !== 'approved') {</a:t>
            </a:r>
            <a:br/>
            <a:r>
              <a:t>        return back()-&gt;with('error', 'Account not approved yet.');</a:t>
            </a:r>
            <a:br/>
            <a:r>
              <a:t>    }</a:t>
            </a:r>
            <a:br/>
            <a:r>
              <a:t>    // ... proceed with authentication</a:t>
            </a:r>
            <a:br/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46E5"/>
                </a:solidFill>
                <a:latin typeface="Calibri"/>
              </a:defRPr>
            </a:pPr>
            <a:r>
              <a:t>Appointment Model (Relationships):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Consolas"/>
              </a:defRPr>
            </a:pPr>
            <a:r>
              <a:t>class Appointment extends Model</a:t>
            </a:r>
            <a:br/>
            <a:r>
              <a:t>{</a:t>
            </a:r>
            <a:br/>
            <a:r>
              <a:t>    public function patient() {</a:t>
            </a:r>
            <a:br/>
            <a:r>
              <a:t>        return $this-&gt;belongsTo(User::class, 'patient_id');</a:t>
            </a:r>
            <a:br/>
            <a:r>
              <a:t>    }</a:t>
            </a:r>
            <a:br/>
            <a:r>
              <a:t>    public function hospital() {</a:t>
            </a:r>
            <a:br/>
            <a:r>
              <a:t>        return $this-&gt;belongsTo(Hospital::class);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46E5"/>
                </a:solidFill>
                <a:latin typeface="Calibri"/>
              </a:defRPr>
            </a:pPr>
            <a:r>
              <a:t>Notification System (Polymorphic):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Consolas"/>
              </a:defRPr>
            </a:pPr>
            <a:r>
              <a:t>class Notification extends Model</a:t>
            </a:r>
            <a:br/>
            <a:r>
              <a:t>{</a:t>
            </a:r>
            <a:br/>
            <a:r>
              <a:t>    public function notifiable() {</a:t>
            </a:r>
            <a:br/>
            <a:r>
              <a:t>        return $this-&gt;morphTo();</a:t>
            </a:r>
            <a:br/>
            <a:r>
              <a:t>    }</a:t>
            </a:r>
            <a:br/>
            <a:r>
              <a:t>    public function scopeUnread($query) {</a:t>
            </a:r>
            <a:br/>
            <a:r>
              <a:t>        return $query-&gt;where('is_read', false);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Features Highlight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Multi-Role Authentication: Three separate auth systems with role-based access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Hospital Approval Workflow: Admin must approve hospitals before they can operate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Smart Search: Search approved hospitals by name or location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Appointment Booking: Book COVID tests and vaccinations at verified hospitals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Real-time Notifications: Polymorphic notification system for all user types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Test Result Management: Hospitals can update test results (negative/positive)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Vaccination Tracking: Track vaccination status per patient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Vaccine Inventory: Admin manages vaccine availability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Reporting &amp; Export: Comprehensive reports with Excel export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Responsive UI: Tailwind CSS with dark mode and theme customization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Polymorphic Notifications: Single notifications table serving both User and Hospital models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Secure Architecture: CSRF protection, bcrypt hashing, session management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User Guide - Patient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1. Visit the homepage and click "Get Started as Patient"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2. Register with your name, email, password, phone, and address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3. Log in using your email and password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4. Navigate to "Search" from the navigation bar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5. Search for hospitals by name or location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6. Click "Book Appointment" on any hospital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7. Select appointment type (Test / Vaccination) and choose a date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8. Submit - your request is sent to the hospital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9. View your appointments under "Appointments" menu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10. Check status updates (Pending / Approved / Rejected)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11. View test results and vaccination status once updated by hospital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12. Edit your profile or delete your account from "Profile" page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13. Click "Logout" when done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User Guide - Hospital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1. Visit the homepage and click "Register as Hospital"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2. Fill in hospital name, email, password, address, and location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3. Submit - your account status will be "Pending"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4. Wait for admin approval (you will be notified)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5. Once approved, log in with your email and password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6. View your dashboard with appointment statistics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7. Go to "Requests" to see all patient appointment requests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8. Click "Approve" to confirm an appointment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9. Click "Reject" to decline an appointment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10. After appointment, update Test Result (Negative/Positive)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11. Mark patient as "Vaccinated" after vaccination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12. All status changes send notifications to patients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13. Click "Logout" when done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User Guide -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1. Visit homepage and click "Admin" button in navigation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2. Log in with admin@covid.com / admin123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3. Dashboard shows system-wide statistics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4. Go to "Hospitals" to manage hospital registrations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5. Approve or reject pending hospital accounts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6. Go to "Vaccines" to manage vaccine inventory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7. Add new vaccines by name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8. Toggle vaccine availability (Available / Unavailable)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9. Go to "Reports" to view all appointments in the system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10. See patient names, hospital names, dates, and statuses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11. Go to "Export" to download all data as Excel file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12. Click "Logout" when done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Developer Guide - Module Descriptions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507831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1. Authentication Module: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 - Handles registration &amp; login for all 3 roles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 dirty="0"/>
              <a:t>   - </a:t>
            </a:r>
            <a:r>
              <a:rPr dirty="0" err="1"/>
              <a:t>HospitalAuthController</a:t>
            </a:r>
            <a:r>
              <a:rPr dirty="0"/>
              <a:t> blocks unapproved hospitals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 dirty="0"/>
              <a:t>   - </a:t>
            </a:r>
            <a:r>
              <a:rPr dirty="0" err="1"/>
              <a:t>AdminAuthController</a:t>
            </a:r>
            <a:r>
              <a:rPr dirty="0"/>
              <a:t> checks role=admin in </a:t>
            </a:r>
            <a:r>
              <a:rPr dirty="0" err="1"/>
              <a:t>users</a:t>
            </a:r>
            <a:r>
              <a:rPr dirty="0"/>
              <a:t> table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 dirty="0"/>
              <a:t>2. Patient Module (</a:t>
            </a:r>
            <a:r>
              <a:rPr dirty="0" err="1"/>
              <a:t>PatientController</a:t>
            </a:r>
            <a:r>
              <a:rPr dirty="0"/>
              <a:t>):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 - Dashboard, Hospital Search, Appointment Booking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 - Appointment history &amp; Profile management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 - Account deletion with cascade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rPr dirty="0"/>
              <a:t>3. Hospital Module (</a:t>
            </a:r>
            <a:r>
              <a:rPr dirty="0" err="1"/>
              <a:t>HospitalController</a:t>
            </a:r>
            <a:r>
              <a:rPr dirty="0"/>
              <a:t>):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 - Dashboard with stats, Request management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 - Appointment approval/rejection workflow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 - Test result &amp; vaccination status updates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endParaRPr lang="en-US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002F5D-4642-4DB7-5EF4-EEC9DBE95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7B6D9B-D306-0AD9-6C4A-E1B1E400BE64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6F5103-C613-5EB0-8DDB-0A0E9BAA56B1}"/>
              </a:ext>
            </a:extLst>
          </p:cNvPr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Developer Guide - Module Descriptions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025398-414C-827F-968F-DC36032F0163}"/>
              </a:ext>
            </a:extLst>
          </p:cNvPr>
          <p:cNvSpPr txBox="1"/>
          <p:nvPr/>
        </p:nvSpPr>
        <p:spPr>
          <a:xfrm>
            <a:off x="1690914" y="2267857"/>
            <a:ext cx="609600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1400" b="0" i="0" u="none" strike="noStrike" baseline="0">
                <a:solidFill>
                  <a:srgbClr val="1F2937"/>
                </a:solidFill>
                <a:latin typeface="Calibri"/>
                <a:ea typeface="Segoe UI"/>
                <a:cs typeface="Segoe UI"/>
              </a:rPr>
              <a:t>4. Admin Module (AdminController):</a:t>
            </a:r>
            <a:r>
              <a:rPr lang="en-US" sz="1400" b="0" i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400" b="0" i="0" u="none" strike="noStrike" baseline="0">
                <a:solidFill>
                  <a:srgbClr val="1F2937"/>
                </a:solidFill>
                <a:latin typeface="Calibri"/>
                <a:ea typeface="Segoe UI"/>
                <a:cs typeface="Segoe UI"/>
              </a:rPr>
              <a:t>- System dashboard with aggregate statistics</a:t>
            </a:r>
            <a:r>
              <a:rPr lang="en-US" sz="1400" b="0" i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400" b="0" i="0" u="none" strike="noStrike" baseline="0">
                <a:solidFill>
                  <a:srgbClr val="1F2937"/>
                </a:solidFill>
                <a:latin typeface="Calibri"/>
                <a:ea typeface="Segoe UI"/>
                <a:cs typeface="Segoe UI"/>
              </a:rPr>
              <a:t>- Hospital verification workflow</a:t>
            </a:r>
            <a:r>
              <a:rPr lang="en-US" sz="1400" b="0" i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400" b="0" i="0" u="none" strike="noStrike" baseline="0">
                <a:solidFill>
                  <a:srgbClr val="1F2937"/>
                </a:solidFill>
                <a:latin typeface="Calibri"/>
                <a:ea typeface="Segoe UI"/>
                <a:cs typeface="Segoe UI"/>
              </a:rPr>
              <a:t>- Vaccine CRUD &amp; toggle, Reports &amp; Excel export</a:t>
            </a:r>
            <a:r>
              <a:rPr lang="en-US" sz="1400" b="0" i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400" b="0" i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400" b="0" i="0" u="none" strike="noStrike" baseline="0">
                <a:solidFill>
                  <a:srgbClr val="1F2937"/>
                </a:solidFill>
                <a:latin typeface="Calibri"/>
                <a:ea typeface="Segoe UI"/>
                <a:cs typeface="Segoe UI"/>
              </a:rPr>
              <a:t>5. Notification Module (Notification Model):</a:t>
            </a:r>
            <a:r>
              <a:rPr lang="en-US" sz="1400" b="0" i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400" b="0" i="0" u="none" strike="noStrike" baseline="0">
                <a:solidFill>
                  <a:srgbClr val="1F2937"/>
                </a:solidFill>
                <a:latin typeface="Calibri"/>
                <a:ea typeface="Segoe UI"/>
                <a:cs typeface="Segoe UI"/>
              </a:rPr>
              <a:t>- Polymorphic notifications for User &amp; Hospital</a:t>
            </a:r>
            <a:r>
              <a:rPr lang="en-US" sz="1400" b="0" i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400" b="0" i="0" u="none" strike="noStrike" baseline="0">
                <a:solidFill>
                  <a:srgbClr val="1F2937"/>
                </a:solidFill>
                <a:latin typeface="Calibri"/>
                <a:ea typeface="Segoe UI"/>
                <a:cs typeface="Segoe UI"/>
              </a:rPr>
              <a:t>- Unread scope, markAsRead method</a:t>
            </a:r>
            <a:r>
              <a:rPr lang="en-US" sz="1400" b="0" i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400" b="0" i="0" u="none" strike="noStrike" baseline="0">
                <a:solidFill>
                  <a:srgbClr val="1F2937"/>
                </a:solidFill>
                <a:latin typeface="Calibri"/>
                <a:ea typeface="Segoe UI"/>
                <a:cs typeface="Segoe UI"/>
              </a:rPr>
              <a:t>- Triggered on bookings, approvals, status changes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6846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Testing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299056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rPr dirty="0"/>
              <a:t>Test Framework: Laravel Test (</a:t>
            </a:r>
            <a:r>
              <a:rPr dirty="0" err="1"/>
              <a:t>PHPUnit</a:t>
            </a:r>
            <a:r>
              <a:rPr dirty="0"/>
              <a:t> wrapper)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Database: SQLite in-memory for all tests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rPr dirty="0"/>
              <a:t>Migration Strategy: </a:t>
            </a:r>
            <a:r>
              <a:rPr dirty="0" err="1"/>
              <a:t>DatabaseMigrations</a:t>
            </a:r>
            <a:r>
              <a:rPr dirty="0"/>
              <a:t> trait (fresh DB per test)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Test Suites: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  - Unit Tests: Individual component testing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  - Feature Tests: Full request/response cycle testing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6D5BF5-9692-AE59-C134-40393FF86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0DA714-9098-AF3C-3F5E-F2A01B1364EB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121D1B-B6E8-E976-D760-0C457F2F1BCC}"/>
              </a:ext>
            </a:extLst>
          </p:cNvPr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Testing Strategy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ADB627-BCA6-A56E-5623-CD2CE44F83F6}"/>
              </a:ext>
            </a:extLst>
          </p:cNvPr>
          <p:cNvSpPr txBox="1"/>
          <p:nvPr/>
        </p:nvSpPr>
        <p:spPr>
          <a:xfrm>
            <a:off x="1037771" y="1977571"/>
            <a:ext cx="6096000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1500" b="0" i="0" u="none" strike="noStrike" baseline="0">
                <a:solidFill>
                  <a:srgbClr val="1F2937"/>
                </a:solidFill>
                <a:latin typeface="Calibri"/>
                <a:ea typeface="Segoe UI"/>
                <a:cs typeface="Segoe UI"/>
              </a:rPr>
              <a:t>Test Coverage Areas:</a:t>
            </a:r>
            <a:r>
              <a:rPr lang="en-US" sz="1500" b="0" i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500" b="0" i="0" u="none" strike="noStrike" baseline="0">
                <a:solidFill>
                  <a:srgbClr val="1F2937"/>
                </a:solidFill>
                <a:latin typeface="Calibri"/>
                <a:ea typeface="Segoe UI"/>
                <a:cs typeface="Segoe UI"/>
              </a:rPr>
              <a:t>- Authentication flows (login, register, logout for all roles)</a:t>
            </a:r>
            <a:r>
              <a:rPr lang="en-US" sz="1500" b="0" i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500" b="0" i="0" u="none" strike="noStrike" baseline="0">
                <a:solidFill>
                  <a:srgbClr val="1F2937"/>
                </a:solidFill>
                <a:latin typeface="Calibri"/>
                <a:ea typeface="Segoe UI"/>
                <a:cs typeface="Segoe UI"/>
              </a:rPr>
              <a:t>- Hospital status gating (unapproved hospitals cannot login)</a:t>
            </a:r>
            <a:r>
              <a:rPr lang="en-US" sz="1500" b="0" i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500" b="0" i="0" u="none" strike="noStrike" baseline="0">
                <a:solidFill>
                  <a:srgbClr val="1F2937"/>
                </a:solidFill>
                <a:latin typeface="Calibri"/>
                <a:ea typeface="Segoe UI"/>
                <a:cs typeface="Segoe UI"/>
              </a:rPr>
              <a:t>- Appointment booking &amp; approval workflow</a:t>
            </a:r>
            <a:r>
              <a:rPr lang="en-US" sz="1500" b="0" i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500" b="0" i="0" u="none" strike="noStrike" baseline="0">
                <a:solidFill>
                  <a:srgbClr val="1F2937"/>
                </a:solidFill>
                <a:latin typeface="Calibri"/>
                <a:ea typeface="Segoe UI"/>
                <a:cs typeface="Segoe UI"/>
              </a:rPr>
              <a:t>- Profile update &amp; account deletion</a:t>
            </a:r>
            <a:r>
              <a:rPr lang="en-US" sz="1500" b="0" i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500" b="0" i="0" u="none" strike="noStrike" baseline="0">
                <a:solidFill>
                  <a:srgbClr val="1F2937"/>
                </a:solidFill>
                <a:latin typeface="Calibri"/>
                <a:ea typeface="Segoe UI"/>
                <a:cs typeface="Segoe UI"/>
              </a:rPr>
              <a:t>- Vaccine management (add, toggle)</a:t>
            </a:r>
            <a:r>
              <a:rPr lang="en-US" sz="1500" b="0" i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500" b="0" i="0" u="none" strike="noStrike" baseline="0">
                <a:solidFill>
                  <a:srgbClr val="1F2937"/>
                </a:solidFill>
                <a:latin typeface="Calibri"/>
                <a:ea typeface="Segoe UI"/>
                <a:cs typeface="Segoe UI"/>
              </a:rPr>
              <a:t>- Report generation &amp; data export</a:t>
            </a:r>
            <a:r>
              <a:rPr lang="en-US" sz="1500" b="0" i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500" b="0" i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500" b="0" i="0" u="none" strike="noStrike" baseline="0">
                <a:solidFill>
                  <a:srgbClr val="1F2937"/>
                </a:solidFill>
                <a:latin typeface="Calibri"/>
                <a:ea typeface="Segoe UI"/>
                <a:cs typeface="Segoe UI"/>
              </a:rPr>
              <a:t>Running Tests:</a:t>
            </a:r>
            <a:r>
              <a:rPr lang="en-US" sz="1500" b="0" i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500" b="0" i="0" u="none" strike="noStrike" baseline="0">
                <a:solidFill>
                  <a:srgbClr val="1F2937"/>
                </a:solidFill>
                <a:latin typeface="Calibri"/>
                <a:ea typeface="Segoe UI"/>
                <a:cs typeface="Segoe UI"/>
              </a:rPr>
              <a:t>- composer test (runs config:clear + artisan test)</a:t>
            </a:r>
            <a:r>
              <a:rPr lang="en-US" sz="1500" b="0" i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500" b="0" i="0" u="none" strike="noStrike" baseline="0">
                <a:solidFill>
                  <a:srgbClr val="1F2937"/>
                </a:solidFill>
                <a:latin typeface="Calibri"/>
                <a:ea typeface="Segoe UI"/>
                <a:cs typeface="Segoe UI"/>
              </a:rPr>
              <a:t>- php artisan test tests/Feature/ExampleTest.php</a:t>
            </a:r>
            <a:r>
              <a:rPr lang="en-US" sz="1500" b="0" i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500" b="0" i="0" u="none" strike="noStrike" baseline="0">
                <a:solidFill>
                  <a:srgbClr val="1F2937"/>
                </a:solidFill>
                <a:latin typeface="Calibri"/>
                <a:ea typeface="Segoe UI"/>
                <a:cs typeface="Segoe UI"/>
              </a:rPr>
              <a:t>- php artisan test --filter=test_name</a:t>
            </a:r>
            <a:r>
              <a:rPr lang="en-US" sz="1500" b="0" i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8066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Screenshots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291840" cy="210312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7280"/>
                </a:solidFill>
                <a:latin typeface="Calibri"/>
              </a:defRPr>
            </a:pPr>
            <a:r>
              <a:t>[Screenshot]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Welcome / Landing Page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463040"/>
            <a:ext cx="3291840" cy="210312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0" y="2194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7280"/>
                </a:solidFill>
                <a:latin typeface="Calibri"/>
              </a:defRPr>
            </a:pPr>
            <a:r>
              <a:t>[Screenshot]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108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Patient Dashboard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463040"/>
            <a:ext cx="3291840" cy="210312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0" y="2194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7280"/>
                </a:solidFill>
                <a:latin typeface="Calibri"/>
              </a:defRPr>
            </a:pPr>
            <a:r>
              <a:t>[Screenshot]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108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Hospital Requests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3291840" cy="210312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663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7280"/>
                </a:solidFill>
                <a:latin typeface="Calibri"/>
              </a:defRPr>
            </a:pPr>
            <a:r>
              <a:t>[Screenshot]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5778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Admin Reports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3931920"/>
            <a:ext cx="3291840" cy="210312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0" y="4663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7280"/>
                </a:solidFill>
                <a:latin typeface="Calibri"/>
              </a:defRPr>
            </a:pPr>
            <a:r>
              <a:t>[Screenshot]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55778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Appointment Booking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3931920"/>
            <a:ext cx="3291840" cy="210312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0" y="4663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7280"/>
                </a:solidFill>
                <a:latin typeface="Calibri"/>
              </a:defRPr>
            </a:pPr>
            <a:r>
              <a:t>[Screenshot]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55778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Admin Hospitals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Note: Please insert actual application screenshots into these placeholder areas.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743200"/>
            <a:ext cx="22860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7D2FE"/>
                </a:solidFill>
                <a:latin typeface="Calibri"/>
              </a:defRPr>
            </a:pPr>
            <a:r>
              <a:t>CovidCare successfully delivers a complete vaccination management ecosystem.</a:t>
            </a:r>
          </a:p>
          <a:p>
            <a:pPr>
              <a:spcAft>
                <a:spcPts val="800"/>
              </a:spcAft>
              <a:defRPr sz="1800">
                <a:solidFill>
                  <a:srgbClr val="C7D2FE"/>
                </a:solidFill>
                <a:latin typeface="Calibri"/>
              </a:defRPr>
            </a:pPr>
            <a:r>
              <a:t>The system streamlines the entire workflow from patient registration to vaccination tracking.</a:t>
            </a:r>
          </a:p>
          <a:p>
            <a:pPr>
              <a:spcAft>
                <a:spcPts val="800"/>
              </a:spcAft>
              <a:defRPr sz="1800">
                <a:solidFill>
                  <a:srgbClr val="C7D2FE"/>
                </a:solidFill>
                <a:latin typeface="Calibri"/>
              </a:defRPr>
            </a:pPr>
            <a:r>
              <a:t>Three-role architecture ensures proper access control and data privacy.</a:t>
            </a:r>
          </a:p>
          <a:p>
            <a:pPr>
              <a:spcAft>
                <a:spcPts val="800"/>
              </a:spcAft>
              <a:defRPr sz="1800">
                <a:solidFill>
                  <a:srgbClr val="C7D2FE"/>
                </a:solidFill>
                <a:latin typeface="Calibri"/>
              </a:defRPr>
            </a:pPr>
            <a:r>
              <a:t>Hospital approval workflow maintains quality and trust in the system.</a:t>
            </a:r>
          </a:p>
          <a:p>
            <a:pPr>
              <a:spcAft>
                <a:spcPts val="800"/>
              </a:spcAft>
              <a:defRPr sz="1800">
                <a:solidFill>
                  <a:srgbClr val="C7D2FE"/>
                </a:solidFill>
                <a:latin typeface="Calibri"/>
              </a:defRPr>
            </a:pPr>
            <a:r>
              <a:t>Real-time notifications keep all stakeholders informed of status changes.</a:t>
            </a:r>
          </a:p>
          <a:p>
            <a:pPr>
              <a:spcAft>
                <a:spcPts val="800"/>
              </a:spcAft>
              <a:defRPr sz="1800">
                <a:solidFill>
                  <a:srgbClr val="C7D2FE"/>
                </a:solidFill>
                <a:latin typeface="Calibri"/>
              </a:defRPr>
            </a:pPr>
            <a:r>
              <a:t>The modular Laravel architecture allows for easy extension and maintenance.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4F46E5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383280"/>
            <a:ext cx="210312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F2937"/>
                </a:solidFill>
                <a:latin typeface="Calibri"/>
              </a:defRPr>
            </a:pPr>
            <a:r>
              <a:t>CovidCare - Vaccination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Developed by: Muhammad Owais, Muhammad Hammad, Muhammad Hunain, Muhammad Hamayl, Muhammad 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120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eProject - June 2026 to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48</cp:revision>
  <dcterms:created xsi:type="dcterms:W3CDTF">2013-01-27T09:14:16Z</dcterms:created>
  <dcterms:modified xsi:type="dcterms:W3CDTF">2026-07-10T07:17:55Z</dcterms:modified>
  <cp:category/>
</cp:coreProperties>
</file>